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EC5EF-4DC6-4CC0-8EE9-B0AC6CEC9C5B}" v="4" dt="2026-08-28T15:10:31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BusBridge AXI4-Lite IP</a:t>
            </a:r>
          </a:p>
          <a:p>
            <a:pPr algn="ctr">
              <a:defRPr sz="2400"/>
            </a:pPr>
            <a:r>
              <a:t>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Author: Jayesh</a:t>
            </a:r>
          </a:p>
          <a:p>
            <a:pPr algn="ctr">
              <a:defRPr sz="1600"/>
            </a:pPr>
            <a:r>
              <a:t>AXI4-Lite • SystemVerilog • Icarus Verilog • GTKWave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BusBridge is an AXI4-Lite based peripheral IP block with a memory-mapped register interface.</a:t>
            </a:r>
          </a:p>
          <a:p>
            <a:pPr>
              <a:spcAft>
                <a:spcPts val="1000"/>
              </a:spcAft>
              <a:defRPr sz="2000"/>
            </a:pPr>
            <a:r>
              <a:t>Designed to provide control, status, data, and interrupt functionality for SoC-style integration.</a:t>
            </a:r>
          </a:p>
          <a:p>
            <a:pPr>
              <a:spcAft>
                <a:spcPts val="1000"/>
              </a:spcAft>
              <a:defRPr sz="2000"/>
            </a:pPr>
            <a:r>
              <a:t>The project covers RTL implementation, protocol-oriented verification, simulation, waveform inspection, and integration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Develop a reusable AXI4-Lite peripheral IP block with clear register access behavior.</a:t>
            </a:r>
          </a:p>
          <a:p>
            <a:pPr>
              <a:spcAft>
                <a:spcPts val="1000"/>
              </a:spcAft>
              <a:defRPr sz="2000"/>
            </a:pPr>
            <a:r>
              <a:t>Support independent AXI write address and write data channels.</a:t>
            </a:r>
          </a:p>
          <a:p>
            <a:pPr>
              <a:spcAft>
                <a:spcPts val="1000"/>
              </a:spcAft>
              <a:defRPr sz="2000"/>
            </a:pPr>
            <a:r>
              <a:t>Provide deterministic read/write responses, including SLVERR for invalid addresses.</a:t>
            </a:r>
          </a:p>
          <a:p>
            <a:pPr>
              <a:spcAft>
                <a:spcPts val="1000"/>
              </a:spcAft>
              <a:defRPr sz="2000"/>
            </a:pPr>
            <a:r>
              <a:t>Add event-driven interrupt and status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Implement AXI4-Lite read and write channels in SystemVerilog.</a:t>
            </a:r>
          </a:p>
          <a:p>
            <a:pPr>
              <a:spcAft>
                <a:spcPts val="1000"/>
              </a:spcAft>
              <a:defRPr sz="2000"/>
            </a:pPr>
            <a:r>
              <a:t>Create configurable control/status register logic.</a:t>
            </a:r>
          </a:p>
          <a:p>
            <a:pPr>
              <a:spcAft>
                <a:spcPts val="1000"/>
              </a:spcAft>
              <a:defRPr sz="2000"/>
            </a:pPr>
            <a:r>
              <a:t>Support byte write strobes and memory-mapped accesses.</a:t>
            </a:r>
          </a:p>
          <a:p>
            <a:pPr>
              <a:spcAft>
                <a:spcPts val="1000"/>
              </a:spcAft>
              <a:defRPr sz="2000"/>
            </a:pPr>
            <a:r>
              <a:t>Verify normal transactions, error responses, interrupt behavior, and AW/W independence.</a:t>
            </a:r>
          </a:p>
          <a:p>
            <a:pPr>
              <a:spcAft>
                <a:spcPts val="1000"/>
              </a:spcAft>
              <a:defRPr sz="2000"/>
            </a:pPr>
            <a:r>
              <a:t>Package the design with documentation and waveform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Requirements &amp;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Phase 1 — Register and Protocol Planning: define register map and AXI-Lite read/write behavior.</a:t>
            </a:r>
          </a:p>
          <a:p>
            <a:pPr>
              <a:spcAft>
                <a:spcPts val="1000"/>
              </a:spcAft>
              <a:defRPr sz="2000"/>
            </a:pPr>
            <a:r>
              <a:t>Phase 2 — RTL Integration: create peripheral modules and interrupt/status signaling.</a:t>
            </a:r>
          </a:p>
          <a:p>
            <a:pPr>
              <a:spcAft>
                <a:spcPts val="1000"/>
              </a:spcAft>
              <a:defRPr sz="2000"/>
            </a:pPr>
            <a:r>
              <a:t>Phase 3 — Protocol Verification: build a compliance-oriented testbench and validate corner cases/error responses.</a:t>
            </a:r>
          </a:p>
          <a:p>
            <a:pPr>
              <a:spcAft>
                <a:spcPts val="1000"/>
              </a:spcAft>
              <a:defRPr sz="2000"/>
            </a:pPr>
            <a:r>
              <a:t>Phase 4 — Packaging and Reuse: provide integration documentation, constraints, and verification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AXI4-Lite master connects to the BusBridge AXI4-Lite slave interface.</a:t>
            </a:r>
          </a:p>
          <a:p>
            <a:pPr>
              <a:spcAft>
                <a:spcPts val="1000"/>
              </a:spcAft>
              <a:defRPr sz="2000"/>
            </a:pPr>
            <a:r>
              <a:t>Write address and write data are captured independently before a register write is issued.</a:t>
            </a:r>
          </a:p>
          <a:p>
            <a:pPr>
              <a:spcAft>
                <a:spcPts val="1000"/>
              </a:spcAft>
              <a:defRPr sz="2000"/>
            </a:pPr>
            <a:r>
              <a:t>Read addresses are accepted and corresponding register data is returned through the AXI read channel.</a:t>
            </a:r>
          </a:p>
          <a:p>
            <a:pPr>
              <a:spcAft>
                <a:spcPts val="1000"/>
              </a:spcAft>
              <a:defRPr sz="2000"/>
            </a:pPr>
            <a:r>
              <a:t>The register block produces ready_o and irq outputs and consumes event_i.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AXI4-Lite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Write Address: AWADDR, AWVALID, AWREADY</a:t>
            </a:r>
          </a:p>
          <a:p>
            <a:pPr>
              <a:spcAft>
                <a:spcPts val="1000"/>
              </a:spcAft>
              <a:defRPr sz="2000"/>
            </a:pPr>
            <a:r>
              <a:t>Write Data: WDATA, WSTRB, WVALID, WREADY</a:t>
            </a:r>
          </a:p>
          <a:p>
            <a:pPr>
              <a:spcAft>
                <a:spcPts val="1000"/>
              </a:spcAft>
              <a:defRPr sz="2000"/>
            </a:pPr>
            <a:r>
              <a:t>Write Response: BRESP, BVALID, BREADY</a:t>
            </a:r>
          </a:p>
          <a:p>
            <a:pPr>
              <a:spcAft>
                <a:spcPts val="1000"/>
              </a:spcAft>
              <a:defRPr sz="2000"/>
            </a:pPr>
            <a:r>
              <a:t>Read Address: ARADDR, ARVALID, ARREADY</a:t>
            </a:r>
          </a:p>
          <a:p>
            <a:pPr>
              <a:spcAft>
                <a:spcPts val="1000"/>
              </a:spcAft>
              <a:defRPr sz="2000"/>
            </a:pPr>
            <a:r>
              <a:t>Read Data: RDATA, RRESP, RVALID, RREADY</a:t>
            </a:r>
          </a:p>
          <a:p>
            <a:pPr>
              <a:spcAft>
                <a:spcPts val="1000"/>
              </a:spcAft>
              <a:defRPr sz="2000"/>
            </a:pPr>
            <a:r>
              <a:t>Separate AW and W storage allows the channels to arrive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Register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0x00 — CTRL: control register</a:t>
            </a:r>
          </a:p>
          <a:p>
            <a:pPr>
              <a:spcAft>
                <a:spcPts val="1000"/>
              </a:spcAft>
              <a:defRPr sz="2000"/>
            </a:pPr>
            <a:r>
              <a:t>0x04 — STATUS: status register</a:t>
            </a:r>
          </a:p>
          <a:p>
            <a:pPr>
              <a:spcAft>
                <a:spcPts val="1000"/>
              </a:spcAft>
              <a:defRPr sz="2000"/>
            </a:pPr>
            <a:r>
              <a:t>0x08 — DATA: data register</a:t>
            </a:r>
          </a:p>
          <a:p>
            <a:pPr>
              <a:spcAft>
                <a:spcPts val="1000"/>
              </a:spcAft>
              <a:defRPr sz="2000"/>
            </a:pPr>
            <a:r>
              <a:t>0x0C — IRQ_EN: interrupt enable</a:t>
            </a:r>
          </a:p>
          <a:p>
            <a:pPr>
              <a:spcAft>
                <a:spcPts val="1000"/>
              </a:spcAft>
              <a:defRPr sz="2000"/>
            </a:pPr>
            <a:r>
              <a:t>0x10 — IRQ_STATUS: interrupt status</a:t>
            </a:r>
          </a:p>
          <a:p>
            <a:pPr>
              <a:spcAft>
                <a:spcPts val="1000"/>
              </a:spcAft>
              <a:defRPr sz="2000"/>
            </a:pPr>
            <a:r>
              <a:t>Implemented write/read addresses return OKAY; unsupported addresses return SLVERR.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RTL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busbridge_axi_lite.sv — AXI4-Lite interface and transaction control.</a:t>
            </a:r>
          </a:p>
          <a:p>
            <a:pPr>
              <a:spcAft>
                <a:spcPts val="1000"/>
              </a:spcAft>
              <a:defRPr sz="2000"/>
            </a:pPr>
            <a:r>
              <a:t>busbridge_regs.sv — memory-mapped register block and peripheral behavior.</a:t>
            </a:r>
          </a:p>
          <a:p>
            <a:pPr>
              <a:spcAft>
                <a:spcPts val="1000"/>
              </a:spcAft>
              <a:defRPr sz="2000"/>
            </a:pPr>
            <a:r>
              <a:t>Write address/data are buffered using pending flags.</a:t>
            </a:r>
          </a:p>
          <a:p>
            <a:pPr>
              <a:spcAft>
                <a:spcPts val="1000"/>
              </a:spcAft>
              <a:defRPr sz="2000"/>
            </a:pPr>
            <a:r>
              <a:t>AXI responses are generated after a complete write or read transaction.</a:t>
            </a:r>
          </a:p>
          <a:p>
            <a:pPr>
              <a:spcAft>
                <a:spcPts val="1000"/>
              </a:spcAft>
              <a:defRPr sz="2000"/>
            </a:pPr>
            <a:r>
              <a:t>Reset is active-low through rst_n.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Verification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tb_busbridge.sv drives AXI4-Lite read/write transactions and checks responses and data.</a:t>
            </a:r>
          </a:p>
          <a:p>
            <a:pPr>
              <a:spcAft>
                <a:spcPts val="1000"/>
              </a:spcAft>
              <a:defRPr sz="2000"/>
            </a:pPr>
            <a:r>
              <a:t>Tests cover functional registers, interrupt behavior, error handling, and independent AW/W channels.</a:t>
            </a:r>
          </a:p>
          <a:p>
            <a:pPr>
              <a:spcAft>
                <a:spcPts val="1000"/>
              </a:spcAft>
              <a:defRPr sz="2000"/>
            </a:pPr>
            <a:r>
              <a:t>Simulation was performed with Icarus Verilog.</a:t>
            </a:r>
          </a:p>
          <a:p>
            <a:pPr>
              <a:spcAft>
                <a:spcPts val="1000"/>
              </a:spcAft>
              <a:defRPr sz="2000"/>
            </a:pPr>
            <a:r>
              <a:t>VCD output was generated for waveform inspection with GTKWave.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Simulation &amp; Waveform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Simulation executable: sim/busbridge.vvp</a:t>
            </a:r>
          </a:p>
          <a:p>
            <a:pPr>
              <a:spcAft>
                <a:spcPts val="1000"/>
              </a:spcAft>
              <a:defRPr sz="2000"/>
            </a:pPr>
            <a:r>
              <a:t>Waveform database: sim/busbridge.vcd</a:t>
            </a:r>
          </a:p>
          <a:p>
            <a:pPr>
              <a:spcAft>
                <a:spcPts val="1000"/>
              </a:spcAft>
              <a:defRPr sz="2000"/>
            </a:pPr>
            <a:r>
              <a:t>Waveform inspected using GTKWave.</a:t>
            </a:r>
          </a:p>
          <a:p>
            <a:pPr>
              <a:spcAft>
                <a:spcPts val="1000"/>
              </a:spcAft>
              <a:defRPr sz="2000"/>
            </a:pPr>
            <a:r>
              <a:t>Evidence image: reports/waveform.png</a:t>
            </a:r>
          </a:p>
          <a:p>
            <a:pPr>
              <a:spcAft>
                <a:spcPts val="1000"/>
              </a:spcAft>
              <a:defRPr sz="2000"/>
            </a:pPr>
            <a:r>
              <a:t>Waveform evidence is included in the project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Verification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CTRL write/read — PASS</a:t>
            </a:r>
          </a:p>
          <a:p>
            <a:pPr>
              <a:spcAft>
                <a:spcPts val="1000"/>
              </a:spcAft>
              <a:defRPr sz="2000"/>
            </a:pPr>
            <a:r>
              <a:t>DATA write/read — PASS</a:t>
            </a:r>
          </a:p>
          <a:p>
            <a:pPr>
              <a:spcAft>
                <a:spcPts val="1000"/>
              </a:spcAft>
              <a:defRPr sz="2000"/>
            </a:pPr>
            <a:r>
              <a:t>IRQ assertion after event — PASS</a:t>
            </a:r>
          </a:p>
          <a:p>
            <a:pPr>
              <a:spcAft>
                <a:spcPts val="1000"/>
              </a:spcAft>
              <a:defRPr sz="2000"/>
            </a:pPr>
            <a:r>
              <a:t>IRQ status set — PASS</a:t>
            </a:r>
          </a:p>
          <a:p>
            <a:pPr>
              <a:spcAft>
                <a:spcPts val="1000"/>
              </a:spcAft>
              <a:defRPr sz="2000"/>
            </a:pPr>
            <a:r>
              <a:t>IRQ clear — PASS</a:t>
            </a:r>
          </a:p>
          <a:p>
            <a:pPr>
              <a:spcAft>
                <a:spcPts val="1000"/>
              </a:spcAft>
              <a:defRPr sz="2000"/>
            </a:pPr>
            <a:r>
              <a:t>Invalid write returns SLVERR — PASS</a:t>
            </a:r>
          </a:p>
          <a:p>
            <a:pPr>
              <a:spcAft>
                <a:spcPts val="1000"/>
              </a:spcAft>
              <a:defRPr sz="2000"/>
            </a:pPr>
            <a:r>
              <a:t>Invalid read returns SLVERR — PASS</a:t>
            </a:r>
          </a:p>
          <a:p>
            <a:pPr>
              <a:spcAft>
                <a:spcPts val="1000"/>
              </a:spcAft>
              <a:defRPr sz="2000"/>
            </a:pPr>
            <a:r>
              <a:t>Independent AW/W channels — PASS</a:t>
            </a:r>
          </a:p>
          <a:p>
            <a:pPr>
              <a:spcAft>
                <a:spcPts val="1000"/>
              </a:spcAft>
              <a:defRPr sz="2000"/>
            </a:pPr>
            <a:r>
              <a:t>FINAL RESULT: 8 PASSED / 0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README.md — project overview and usage information</a:t>
            </a:r>
          </a:p>
          <a:p>
            <a:pPr>
              <a:spcAft>
                <a:spcPts val="1000"/>
              </a:spcAft>
              <a:defRPr sz="2000"/>
            </a:pPr>
            <a:r>
              <a:t>project_requirements/ — original project details and requirements</a:t>
            </a:r>
          </a:p>
          <a:p>
            <a:pPr>
              <a:spcAft>
                <a:spcPts val="1000"/>
              </a:spcAft>
              <a:defRPr sz="2000"/>
            </a:pPr>
            <a:r>
              <a:t>rtl/ — SystemVerilog RTL</a:t>
            </a:r>
          </a:p>
          <a:p>
            <a:pPr>
              <a:spcAft>
                <a:spcPts val="1000"/>
              </a:spcAft>
              <a:defRPr sz="2000"/>
            </a:pPr>
            <a:r>
              <a:t>tb/ — verification testbench</a:t>
            </a:r>
          </a:p>
          <a:p>
            <a:pPr>
              <a:spcAft>
                <a:spcPts val="1000"/>
              </a:spcAft>
              <a:defRPr sz="2000"/>
            </a:pPr>
            <a:r>
              <a:t>sim/ — simulation artifacts</a:t>
            </a:r>
          </a:p>
          <a:p>
            <a:pPr>
              <a:spcAft>
                <a:spcPts val="1000"/>
              </a:spcAft>
              <a:defRPr sz="2000"/>
            </a:pPr>
            <a:r>
              <a:t>reports/ — verification report and waveform evidence</a:t>
            </a:r>
          </a:p>
          <a:p>
            <a:pPr>
              <a:spcAft>
                <a:spcPts val="1000"/>
              </a:spcAft>
              <a:defRPr sz="2000"/>
            </a:pPr>
            <a:r>
              <a:t>docs/ — integration guide</a:t>
            </a:r>
          </a:p>
          <a:p>
            <a:pPr>
              <a:spcAft>
                <a:spcPts val="1000"/>
              </a:spcAft>
              <a:defRPr sz="2000"/>
            </a:pPr>
            <a:r>
              <a:t>constraints/ — timing/implementation constraints</a:t>
            </a:r>
          </a:p>
          <a:p>
            <a:pPr>
              <a:spcAft>
                <a:spcPts val="1000"/>
              </a:spcAft>
              <a:defRPr sz="2000"/>
            </a:pPr>
            <a:r>
              <a:t>scripts/ — project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BusBridge AXI4-Lite IP was implemented and functionally verified.</a:t>
            </a:r>
          </a:p>
          <a:p>
            <a:pPr>
              <a:spcAft>
                <a:spcPts val="1000"/>
              </a:spcAft>
              <a:defRPr sz="2000"/>
            </a:pPr>
            <a:r>
              <a:t>All 8 planned verification checks passed with zero failures.</a:t>
            </a:r>
          </a:p>
          <a:p>
            <a:pPr>
              <a:spcAft>
                <a:spcPts val="1000"/>
              </a:spcAft>
              <a:defRPr sz="2000"/>
            </a:pPr>
            <a:r>
              <a:t>Simulation and GTKWave waveform evidence support the verification results.</a:t>
            </a:r>
          </a:p>
          <a:p>
            <a:pPr>
              <a:spcAft>
                <a:spcPts val="1000"/>
              </a:spcAft>
              <a:defRPr sz="2000"/>
            </a:pPr>
            <a:r>
              <a:t>The repository contains source, testbench, simulation evidence, requirements, and integration documentation.</a:t>
            </a:r>
          </a:p>
          <a:p>
            <a:pPr>
              <a:spcAft>
                <a:spcPts val="1000"/>
              </a:spcAft>
              <a:defRPr sz="2000"/>
            </a:pPr>
            <a:r>
              <a:t>Note: Vivado synthesis/implementation and lint were not performed in this project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GitHub / Live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24519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Public GitHub repository: BusBridge-AXI4-Lite-IP</a:t>
            </a:r>
          </a:p>
          <a:p>
            <a:pPr>
              <a:spcAft>
                <a:spcPts val="1000"/>
              </a:spcAft>
              <a:defRPr sz="2000"/>
            </a:pPr>
            <a:r>
              <a:t>Author: Jayesh</a:t>
            </a:r>
          </a:p>
          <a:p>
            <a:pPr>
              <a:spcAft>
                <a:spcPts val="1000"/>
              </a:spcAft>
              <a:defRPr sz="2000"/>
            </a:pPr>
            <a:r>
              <a:t>Live repository link: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>
                <a:ea typeface="+mn-lt"/>
                <a:cs typeface="+mn-lt"/>
              </a:rPr>
              <a:t>https://github.com/kolejayesh18/BusBridge-AXI4-Lite-IP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t>Repository contains the project source, requirements, testbench, simulation evidence, reports, waveform, and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BusBridge AXI4-Lite IP  •  Jayesh  •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2026-08-28T15:11:23Z</dcterms:modified>
  <cp:category/>
</cp:coreProperties>
</file>